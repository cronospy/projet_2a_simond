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embeddedFontLst>
    <p:embeddedFont>
      <p:font typeface="Merriweather Light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Open Sans SemiBold"/>
      <p:regular r:id="rId44"/>
      <p:bold r:id="rId45"/>
      <p:italic r:id="rId46"/>
      <p:boldItalic r:id="rId47"/>
    </p:embeddedFont>
    <p:embeddedFont>
      <p:font typeface="Vidaloka"/>
      <p:regular r:id="rId48"/>
    </p:embeddedFont>
    <p:embeddedFont>
      <p:font typeface="Russo One"/>
      <p:regular r:id="rId49"/>
    </p:embeddedFont>
    <p:embeddedFont>
      <p:font typeface="Albert Sans"/>
      <p:regular r:id="rId50"/>
      <p:bold r:id="rId51"/>
      <p:italic r:id="rId52"/>
      <p:boldItalic r:id="rId53"/>
    </p:embeddedFont>
    <p:embeddedFont>
      <p:font typeface="Mako"/>
      <p:regular r:id="rId54"/>
    </p:embeddedFont>
    <p:embeddedFont>
      <p:font typeface="Crimson Text"/>
      <p:regular r:id="rId55"/>
      <p:bold r:id="rId56"/>
      <p:italic r:id="rId57"/>
      <p:boldItalic r:id="rId58"/>
    </p:embeddedFont>
    <p:embeddedFont>
      <p:font typeface="Open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44" Type="http://schemas.openxmlformats.org/officeDocument/2006/relationships/font" Target="fonts/OpenSansSemiBold-regular.fntdata"/><Relationship Id="rId43" Type="http://schemas.openxmlformats.org/officeDocument/2006/relationships/font" Target="fonts/Montserrat-boldItalic.fntdata"/><Relationship Id="rId46" Type="http://schemas.openxmlformats.org/officeDocument/2006/relationships/font" Target="fonts/OpenSansSemiBold-italic.fntdata"/><Relationship Id="rId45" Type="http://schemas.openxmlformats.org/officeDocument/2006/relationships/font" Target="fonts/OpenSans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Vidaloka-regular.fntdata"/><Relationship Id="rId47" Type="http://schemas.openxmlformats.org/officeDocument/2006/relationships/font" Target="fonts/OpenSansSemiBold-boldItalic.fntdata"/><Relationship Id="rId49" Type="http://schemas.openxmlformats.org/officeDocument/2006/relationships/font" Target="fonts/RussoOn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font" Target="fonts/MerriweatherLight-bold.fntdata"/><Relationship Id="rId36" Type="http://schemas.openxmlformats.org/officeDocument/2006/relationships/font" Target="fonts/MerriweatherLight-regular.fntdata"/><Relationship Id="rId39" Type="http://schemas.openxmlformats.org/officeDocument/2006/relationships/font" Target="fonts/MerriweatherLight-boldItalic.fntdata"/><Relationship Id="rId38" Type="http://schemas.openxmlformats.org/officeDocument/2006/relationships/font" Target="fonts/MerriweatherLight-italic.fntdata"/><Relationship Id="rId62" Type="http://schemas.openxmlformats.org/officeDocument/2006/relationships/font" Target="fonts/OpenSans-boldItalic.fntdata"/><Relationship Id="rId61" Type="http://schemas.openxmlformats.org/officeDocument/2006/relationships/font" Target="fonts/OpenSans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penSans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AlbertSans-bold.fntdata"/><Relationship Id="rId50" Type="http://schemas.openxmlformats.org/officeDocument/2006/relationships/font" Target="fonts/AlbertSans-regular.fntdata"/><Relationship Id="rId53" Type="http://schemas.openxmlformats.org/officeDocument/2006/relationships/font" Target="fonts/AlbertSans-boldItalic.fntdata"/><Relationship Id="rId52" Type="http://schemas.openxmlformats.org/officeDocument/2006/relationships/font" Target="fonts/AlbertSans-italic.fntdata"/><Relationship Id="rId11" Type="http://schemas.openxmlformats.org/officeDocument/2006/relationships/slide" Target="slides/slide7.xml"/><Relationship Id="rId55" Type="http://schemas.openxmlformats.org/officeDocument/2006/relationships/font" Target="fonts/CrimsonText-regular.fntdata"/><Relationship Id="rId10" Type="http://schemas.openxmlformats.org/officeDocument/2006/relationships/slide" Target="slides/slide6.xml"/><Relationship Id="rId54" Type="http://schemas.openxmlformats.org/officeDocument/2006/relationships/font" Target="fonts/Mako-regular.fntdata"/><Relationship Id="rId13" Type="http://schemas.openxmlformats.org/officeDocument/2006/relationships/slide" Target="slides/slide9.xml"/><Relationship Id="rId57" Type="http://schemas.openxmlformats.org/officeDocument/2006/relationships/font" Target="fonts/CrimsonText-italic.fntdata"/><Relationship Id="rId12" Type="http://schemas.openxmlformats.org/officeDocument/2006/relationships/slide" Target="slides/slide8.xml"/><Relationship Id="rId56" Type="http://schemas.openxmlformats.org/officeDocument/2006/relationships/font" Target="fonts/CrimsonText-bold.fntdata"/><Relationship Id="rId15" Type="http://schemas.openxmlformats.org/officeDocument/2006/relationships/slide" Target="slides/slide11.xml"/><Relationship Id="rId59" Type="http://schemas.openxmlformats.org/officeDocument/2006/relationships/font" Target="fonts/OpenSans-regular.fntdata"/><Relationship Id="rId14" Type="http://schemas.openxmlformats.org/officeDocument/2006/relationships/slide" Target="slides/slide10.xml"/><Relationship Id="rId58" Type="http://schemas.openxmlformats.org/officeDocument/2006/relationships/font" Target="fonts/CrimsonTex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cc7554a049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cc7554a049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cf7a3c50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cf7a3c50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b4bf7d0e4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b4bf7d0e4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a928883b4d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a928883b4d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a928883b4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a928883b4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4b7662ea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b4b7662ea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9a53c7dda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a9a53c7dda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b4b7662ea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b4b7662ea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b4b7662ea3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b4b7662ea3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b4b7662ea3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b4b7662ea3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b4b7662ea3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b4b7662ea3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b4b7662ea3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b4b7662ea3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07a9a8b46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07a9a8b46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cd8a80d6b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cd8a80d6b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cd8a80d6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cd8a80d6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928883b4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a928883b4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cc7554a049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cc7554a049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a928883b4d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a928883b4d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b4e29a2c6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b4e29a2c6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b4e0317c0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b4e0317c0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9a53c7d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a9a53c7d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b4bf7d0e4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b4bf7d0e4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b4e0317c0c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b4e0317c0c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b4bf7d0e4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b4bf7d0e4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b4bf7d0e44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b4bf7d0e44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b4bf7d0e44_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b4bf7d0e44_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b4bf7d0e44_8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b4bf7d0e44_8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b4bf7d0e44_8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b4bf7d0e44_8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b4bf7d0e4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b4bf7d0e4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105aad17dc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105aad17dc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" name="Google Shape;15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" name="Google Shape;21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" name="Google Shape;24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" name="Google Shape;30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" name="Google Shape;31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3" type="subTitle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" name="Google Shape;39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" name="Google Shape;40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5" name="Google Shape;45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" name="Google Shape;46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idx="1" type="subTitle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2" type="subTitle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2" name="Google Shape;52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57" name="Google Shape;57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5" name="Google Shape;65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71" name="Google Shape;71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0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buNone/>
              <a:defRPr>
                <a:latin typeface="Vidaloka"/>
                <a:ea typeface="Vidaloka"/>
                <a:cs typeface="Vidaloka"/>
                <a:sym typeface="Vidaloka"/>
              </a:defRPr>
            </a:lvl2pPr>
            <a:lvl3pPr lvl="2">
              <a:buNone/>
              <a:defRPr>
                <a:latin typeface="Vidaloka"/>
                <a:ea typeface="Vidaloka"/>
                <a:cs typeface="Vidaloka"/>
                <a:sym typeface="Vidaloka"/>
              </a:defRPr>
            </a:lvl3pPr>
            <a:lvl4pPr lvl="3">
              <a:buNone/>
              <a:defRPr>
                <a:latin typeface="Vidaloka"/>
                <a:ea typeface="Vidaloka"/>
                <a:cs typeface="Vidaloka"/>
                <a:sym typeface="Vidaloka"/>
              </a:defRPr>
            </a:lvl4pPr>
            <a:lvl5pPr lvl="4">
              <a:buNone/>
              <a:defRPr>
                <a:latin typeface="Vidaloka"/>
                <a:ea typeface="Vidaloka"/>
                <a:cs typeface="Vidaloka"/>
                <a:sym typeface="Vidaloka"/>
              </a:defRPr>
            </a:lvl5pPr>
            <a:lvl6pPr lvl="5">
              <a:buNone/>
              <a:defRPr>
                <a:latin typeface="Vidaloka"/>
                <a:ea typeface="Vidaloka"/>
                <a:cs typeface="Vidaloka"/>
                <a:sym typeface="Vidaloka"/>
              </a:defRPr>
            </a:lvl6pPr>
            <a:lvl7pPr lvl="6">
              <a:buNone/>
              <a:defRPr>
                <a:latin typeface="Vidaloka"/>
                <a:ea typeface="Vidaloka"/>
                <a:cs typeface="Vidaloka"/>
                <a:sym typeface="Vidaloka"/>
              </a:defRPr>
            </a:lvl7pPr>
            <a:lvl8pPr lvl="7">
              <a:buNone/>
              <a:defRPr>
                <a:latin typeface="Vidaloka"/>
                <a:ea typeface="Vidaloka"/>
                <a:cs typeface="Vidaloka"/>
                <a:sym typeface="Vidaloka"/>
              </a:defRPr>
            </a:lvl8pPr>
            <a:lvl9pPr lvl="8">
              <a:buNone/>
              <a:defRPr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subTitle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78" name="Google Shape;7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5859325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8" name="Google Shape;88;p13"/>
          <p:cNvSpPr txBox="1"/>
          <p:nvPr>
            <p:ph idx="2" type="subTitle"/>
          </p:nvPr>
        </p:nvSpPr>
        <p:spPr>
          <a:xfrm>
            <a:off x="5859325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3" type="subTitle"/>
          </p:nvPr>
        </p:nvSpPr>
        <p:spPr>
          <a:xfrm>
            <a:off x="1903925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90" name="Google Shape;90;p13"/>
          <p:cNvSpPr txBox="1"/>
          <p:nvPr>
            <p:ph idx="4" type="subTitle"/>
          </p:nvPr>
        </p:nvSpPr>
        <p:spPr>
          <a:xfrm>
            <a:off x="1903925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5" type="subTitle"/>
          </p:nvPr>
        </p:nvSpPr>
        <p:spPr>
          <a:xfrm>
            <a:off x="5859325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92" name="Google Shape;92;p13"/>
          <p:cNvSpPr txBox="1"/>
          <p:nvPr>
            <p:ph idx="6" type="subTitle"/>
          </p:nvPr>
        </p:nvSpPr>
        <p:spPr>
          <a:xfrm>
            <a:off x="5859325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7" type="subTitle"/>
          </p:nvPr>
        </p:nvSpPr>
        <p:spPr>
          <a:xfrm>
            <a:off x="1903925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94" name="Google Shape;94;p13"/>
          <p:cNvSpPr txBox="1"/>
          <p:nvPr>
            <p:ph idx="8" type="subTitle"/>
          </p:nvPr>
        </p:nvSpPr>
        <p:spPr>
          <a:xfrm>
            <a:off x="1903975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hasCustomPrompt="1" idx="9" type="title"/>
          </p:nvPr>
        </p:nvSpPr>
        <p:spPr>
          <a:xfrm>
            <a:off x="798575" y="1417915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/>
          <p:nvPr>
            <p:ph hasCustomPrompt="1" idx="13" type="title"/>
          </p:nvPr>
        </p:nvSpPr>
        <p:spPr>
          <a:xfrm>
            <a:off x="4753975" y="1403976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/>
          <p:nvPr>
            <p:ph hasCustomPrompt="1" idx="14" type="title"/>
          </p:nvPr>
        </p:nvSpPr>
        <p:spPr>
          <a:xfrm>
            <a:off x="798625" y="3176773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/>
          <p:nvPr>
            <p:ph hasCustomPrompt="1" idx="15" type="title"/>
          </p:nvPr>
        </p:nvSpPr>
        <p:spPr>
          <a:xfrm>
            <a:off x="4753975" y="3162833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99" name="Google Shape;99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" name="Google Shape;104;p14"/>
          <p:cNvSpPr txBox="1"/>
          <p:nvPr>
            <p:ph hasCustomPrompt="1"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3" type="title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14"/>
          <p:cNvSpPr txBox="1"/>
          <p:nvPr>
            <p:ph hasCustomPrompt="1"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6" type="title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0" name="Google Shape;110;p14"/>
          <p:cNvSpPr txBox="1"/>
          <p:nvPr>
            <p:ph hasCustomPrompt="1"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11" name="Google Shape;111;p14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9" type="title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" name="Google Shape;113;p14"/>
          <p:cNvSpPr txBox="1"/>
          <p:nvPr>
            <p:ph hasCustomPrompt="1"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14" name="Google Shape;114;p14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15" type="title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6" name="Google Shape;116;p14"/>
          <p:cNvSpPr txBox="1"/>
          <p:nvPr>
            <p:ph hasCustomPrompt="1"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17" name="Google Shape;117;p14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9" name="Google Shape;119;p14"/>
          <p:cNvSpPr txBox="1"/>
          <p:nvPr>
            <p:ph hasCustomPrompt="1"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20" name="Google Shape;120;p14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2" name="Google Shape;122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29" name="Google Shape;129;p15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0" name="Google Shape;130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1" type="subTitle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6" name="Google Shape;136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idx="1" type="subTitle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4" name="Google Shape;144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51" name="Google Shape;151;p18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52" name="Google Shape;152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57" name="Google Shape;157;p19"/>
          <p:cNvSpPr txBox="1"/>
          <p:nvPr>
            <p:ph idx="1" type="subTitle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58" name="Google Shape;158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1677925" y="2511803"/>
            <a:ext cx="3714900" cy="805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7" name="Google Shape;167;p20"/>
          <p:cNvSpPr txBox="1"/>
          <p:nvPr>
            <p:ph hasCustomPrompt="1"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68" name="Google Shape;168;p20"/>
          <p:cNvSpPr txBox="1"/>
          <p:nvPr>
            <p:ph idx="1" type="subTitle"/>
          </p:nvPr>
        </p:nvSpPr>
        <p:spPr>
          <a:xfrm>
            <a:off x="831625" y="3244000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9" name="Google Shape;169;p20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0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0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0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76" name="Google Shape;176;p2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1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" name="Google Shape;181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2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" name="Google Shape;18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7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" name="Google Shape;191;p23"/>
          <p:cNvSpPr txBox="1"/>
          <p:nvPr>
            <p:ph idx="1" type="subTitle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92" name="Google Shape;192;p23"/>
          <p:cNvSpPr txBox="1"/>
          <p:nvPr>
            <p:ph idx="2" type="subTitle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3"/>
          <p:cNvSpPr txBox="1"/>
          <p:nvPr>
            <p:ph idx="3" type="subTitle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94" name="Google Shape;194;p23"/>
          <p:cNvSpPr txBox="1"/>
          <p:nvPr>
            <p:ph idx="4" type="subTitle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3"/>
          <p:cNvSpPr txBox="1"/>
          <p:nvPr>
            <p:ph idx="5" type="subTitle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96" name="Google Shape;196;p23"/>
          <p:cNvSpPr txBox="1"/>
          <p:nvPr>
            <p:ph idx="6" type="subTitle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3"/>
          <p:cNvSpPr txBox="1"/>
          <p:nvPr>
            <p:ph idx="7" type="subTitle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98" name="Google Shape;198;p23"/>
          <p:cNvSpPr txBox="1"/>
          <p:nvPr>
            <p:ph idx="8" type="subTitle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9" name="Google Shape;199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8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oogle Shape;203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08" name="Google Shape;20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buNone/>
              <a:defRPr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>
              <a:buNone/>
              <a:defRPr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>
              <a:buNone/>
              <a:defRPr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>
              <a:buNone/>
              <a:defRPr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>
              <a:buNone/>
              <a:defRPr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>
              <a:buNone/>
              <a:defRPr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>
              <a:buNone/>
              <a:defRPr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>
              <a:buNone/>
              <a:defRPr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9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hasCustomPrompt="1"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1" name="Google Shape;211;p25"/>
          <p:cNvSpPr txBox="1"/>
          <p:nvPr>
            <p:ph idx="1" type="subTitle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12" name="Google Shape;212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4956100" y="2467375"/>
            <a:ext cx="24753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26"/>
          <p:cNvSpPr txBox="1"/>
          <p:nvPr>
            <p:ph hasCustomPrompt="1" idx="2" type="title"/>
          </p:nvPr>
        </p:nvSpPr>
        <p:spPr>
          <a:xfrm>
            <a:off x="4956100" y="1402325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20" name="Google Shape;220;p26"/>
          <p:cNvSpPr txBox="1"/>
          <p:nvPr>
            <p:ph idx="1" type="subTitle"/>
          </p:nvPr>
        </p:nvSpPr>
        <p:spPr>
          <a:xfrm>
            <a:off x="4956100" y="3116275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1" name="Google Shape;221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6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0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4373850" y="944250"/>
            <a:ext cx="24753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7" name="Google Shape;227;p27"/>
          <p:cNvSpPr txBox="1"/>
          <p:nvPr>
            <p:ph hasCustomPrompt="1" idx="2" type="title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28" name="Google Shape;228;p27"/>
          <p:cNvSpPr txBox="1"/>
          <p:nvPr>
            <p:ph idx="1" type="subTitle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9" name="Google Shape;229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8" name="Google Shape;238;p28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39" name="Google Shape;23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8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5" name="Google Shape;245;p29"/>
          <p:cNvSpPr txBox="1"/>
          <p:nvPr>
            <p:ph idx="1" type="subTitle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46" name="Google Shape;246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idx="1" type="subTitle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idx="2" type="subTitle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0"/>
          <p:cNvSpPr txBox="1"/>
          <p:nvPr>
            <p:ph idx="3" type="subTitle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7" name="Google Shape;257;p30"/>
          <p:cNvSpPr txBox="1"/>
          <p:nvPr>
            <p:ph idx="4" type="subTitle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0"/>
          <p:cNvSpPr txBox="1"/>
          <p:nvPr>
            <p:ph idx="5" type="subTitle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9" name="Google Shape;259;p30"/>
          <p:cNvSpPr txBox="1"/>
          <p:nvPr>
            <p:ph idx="6" type="subTitle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30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61" name="Google Shape;261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idx="1" type="subTitle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2" type="subTitle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1"/>
          <p:cNvSpPr txBox="1"/>
          <p:nvPr>
            <p:ph idx="3" type="subTitle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8" name="Google Shape;268;p31"/>
          <p:cNvSpPr txBox="1"/>
          <p:nvPr>
            <p:ph idx="4" type="subTitle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1"/>
          <p:cNvSpPr txBox="1"/>
          <p:nvPr>
            <p:ph idx="5" type="subTitle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31"/>
          <p:cNvSpPr txBox="1"/>
          <p:nvPr>
            <p:ph idx="6" type="subTitle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72" name="Google Shape;272;p31"/>
          <p:cNvSpPr txBox="1"/>
          <p:nvPr>
            <p:ph idx="7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3" name="Google Shape;273;p31"/>
          <p:cNvSpPr txBox="1"/>
          <p:nvPr>
            <p:ph idx="8" type="subTitle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1"/>
          <p:cNvSpPr txBox="1"/>
          <p:nvPr>
            <p:ph idx="9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5" name="Google Shape;275;p31"/>
          <p:cNvSpPr txBox="1"/>
          <p:nvPr>
            <p:ph idx="13" type="subTitle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31"/>
          <p:cNvSpPr txBox="1"/>
          <p:nvPr>
            <p:ph idx="14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7" name="Google Shape;277;p31"/>
          <p:cNvSpPr txBox="1"/>
          <p:nvPr>
            <p:ph idx="15" type="subTitle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78" name="Google Shape;27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3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3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 -">
  <p:cSld name="CUSTOM_32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5" name="Google Shape;285;p32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2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2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2"/>
          <p:cNvSpPr txBox="1"/>
          <p:nvPr>
            <p:ph idx="7" type="subTitle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1" name="Google Shape;291;p32"/>
          <p:cNvSpPr txBox="1"/>
          <p:nvPr>
            <p:ph idx="8" type="subTitle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2"/>
          <p:cNvSpPr txBox="1"/>
          <p:nvPr>
            <p:ph idx="9" type="subTitle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3" name="Google Shape;293;p32"/>
          <p:cNvSpPr txBox="1"/>
          <p:nvPr>
            <p:ph idx="13" type="subTitle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32"/>
          <p:cNvSpPr txBox="1"/>
          <p:nvPr>
            <p:ph idx="14" type="subTitle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5" name="Google Shape;295;p32"/>
          <p:cNvSpPr txBox="1"/>
          <p:nvPr>
            <p:ph idx="15" type="subTitle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2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97" name="Google Shape;297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3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2" name="Google Shape;302;p33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3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4" name="Google Shape;304;p33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3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33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3"/>
          <p:cNvSpPr txBox="1"/>
          <p:nvPr>
            <p:ph idx="7" type="subTitle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8" name="Google Shape;308;p33"/>
          <p:cNvSpPr txBox="1"/>
          <p:nvPr>
            <p:ph idx="8" type="subTitle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3"/>
          <p:cNvSpPr txBox="1"/>
          <p:nvPr>
            <p:ph idx="9" type="subTitle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0" name="Google Shape;310;p33"/>
          <p:cNvSpPr txBox="1"/>
          <p:nvPr>
            <p:ph idx="13" type="subTitle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33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12" name="Google Shape;312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319" name="Google Shape;319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5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/>
          <p:nvPr>
            <p:ph idx="1" type="subTitle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8" name="Google Shape;328;p35"/>
          <p:cNvSpPr txBox="1"/>
          <p:nvPr>
            <p:ph idx="2" type="subTitle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5"/>
          <p:cNvSpPr txBox="1"/>
          <p:nvPr>
            <p:ph idx="3" type="subTitle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0" name="Google Shape;330;p35"/>
          <p:cNvSpPr txBox="1"/>
          <p:nvPr>
            <p:ph idx="4" type="subTitle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5"/>
          <p:cNvSpPr txBox="1"/>
          <p:nvPr>
            <p:ph idx="5" type="subTitle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2" name="Google Shape;332;p35"/>
          <p:cNvSpPr txBox="1"/>
          <p:nvPr>
            <p:ph idx="6" type="subTitle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5"/>
          <p:cNvSpPr txBox="1"/>
          <p:nvPr>
            <p:ph idx="7" type="subTitle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4" name="Google Shape;334;p35"/>
          <p:cNvSpPr txBox="1"/>
          <p:nvPr>
            <p:ph idx="8" type="subTitle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5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36" name="Google Shape;336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6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6"/>
          <p:cNvSpPr txBox="1"/>
          <p:nvPr>
            <p:ph idx="1" type="subTitle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1" name="Google Shape;341;p36"/>
          <p:cNvSpPr txBox="1"/>
          <p:nvPr>
            <p:ph idx="2" type="subTitle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36"/>
          <p:cNvSpPr txBox="1"/>
          <p:nvPr>
            <p:ph idx="3" type="subTitle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3" name="Google Shape;343;p36"/>
          <p:cNvSpPr txBox="1"/>
          <p:nvPr>
            <p:ph idx="4" type="subTitle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6"/>
          <p:cNvSpPr txBox="1"/>
          <p:nvPr>
            <p:ph idx="5" type="subTitle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5" name="Google Shape;345;p36"/>
          <p:cNvSpPr txBox="1"/>
          <p:nvPr>
            <p:ph idx="6" type="subTitle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36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47" name="Google Shape;347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6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3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2" name="Google Shape;352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37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9" name="Google Shape;359;p37"/>
          <p:cNvSpPr txBox="1"/>
          <p:nvPr>
            <p:ph idx="1" type="subTitle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60" name="Google Shape;360;p37"/>
          <p:cNvSpPr txBox="1"/>
          <p:nvPr>
            <p:ph idx="2" type="subTitle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37"/>
          <p:cNvSpPr txBox="1"/>
          <p:nvPr>
            <p:ph idx="3" type="subTitle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62" name="Google Shape;362;p37"/>
          <p:cNvSpPr txBox="1"/>
          <p:nvPr>
            <p:ph idx="4" type="subTitle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37"/>
          <p:cNvSpPr txBox="1"/>
          <p:nvPr>
            <p:ph idx="5" type="subTitle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64" name="Google Shape;364;p37"/>
          <p:cNvSpPr txBox="1"/>
          <p:nvPr>
            <p:ph idx="6" type="subTitle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7"/>
          <p:cNvSpPr txBox="1"/>
          <p:nvPr>
            <p:ph idx="7" type="subTitle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66" name="Google Shape;366;p37"/>
          <p:cNvSpPr txBox="1"/>
          <p:nvPr>
            <p:ph idx="8" type="subTitle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37"/>
          <p:cNvSpPr txBox="1"/>
          <p:nvPr>
            <p:ph hasCustomPrompt="1" idx="9" type="title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8" name="Google Shape;368;p37"/>
          <p:cNvSpPr txBox="1"/>
          <p:nvPr>
            <p:ph hasCustomPrompt="1" idx="13" type="title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9" name="Google Shape;369;p37"/>
          <p:cNvSpPr txBox="1"/>
          <p:nvPr>
            <p:ph hasCustomPrompt="1" idx="14" type="title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0" name="Google Shape;370;p37"/>
          <p:cNvSpPr txBox="1"/>
          <p:nvPr>
            <p:ph hasCustomPrompt="1" idx="15" type="title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1" name="Google Shape;371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/>
          <p:nvPr>
            <p:ph idx="1" type="subTitle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4" name="Google Shape;374;p38"/>
          <p:cNvSpPr txBox="1"/>
          <p:nvPr>
            <p:ph idx="2" type="subTitle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5" name="Google Shape;375;p38"/>
          <p:cNvSpPr txBox="1"/>
          <p:nvPr>
            <p:ph idx="3" type="subTitle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6" name="Google Shape;376;p38"/>
          <p:cNvSpPr txBox="1"/>
          <p:nvPr>
            <p:ph idx="4" type="subTitle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7" name="Google Shape;377;p38"/>
          <p:cNvSpPr txBox="1"/>
          <p:nvPr>
            <p:ph idx="5" type="subTitle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8" name="Google Shape;378;p38"/>
          <p:cNvSpPr txBox="1"/>
          <p:nvPr>
            <p:ph idx="6" type="subTitle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9" name="Google Shape;379;p38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80" name="Google Shape;380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5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9"/>
          <p:cNvSpPr txBox="1"/>
          <p:nvPr>
            <p:ph idx="1" type="subTitle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5" name="Google Shape;385;p39"/>
          <p:cNvSpPr txBox="1"/>
          <p:nvPr>
            <p:ph idx="2" type="subTitle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39"/>
          <p:cNvSpPr txBox="1"/>
          <p:nvPr>
            <p:ph idx="3" type="subTitle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7" name="Google Shape;387;p39"/>
          <p:cNvSpPr txBox="1"/>
          <p:nvPr>
            <p:ph idx="4" type="subTitle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39"/>
          <p:cNvSpPr txBox="1"/>
          <p:nvPr>
            <p:ph idx="5" type="subTitle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9" name="Google Shape;389;p39"/>
          <p:cNvSpPr txBox="1"/>
          <p:nvPr>
            <p:ph idx="6" type="subTitle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39"/>
          <p:cNvSpPr txBox="1"/>
          <p:nvPr>
            <p:ph idx="7" type="subTitle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1" name="Google Shape;391;p39"/>
          <p:cNvSpPr txBox="1"/>
          <p:nvPr>
            <p:ph idx="8" type="subTitle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39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93" name="Google Shape;393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6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7" name="Google Shape;397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4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4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4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40"/>
          <p:cNvSpPr txBox="1"/>
          <p:nvPr>
            <p:ph idx="1" type="subTitle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04" name="Google Shape;404;p40"/>
          <p:cNvSpPr txBox="1"/>
          <p:nvPr>
            <p:ph idx="2" type="subTitle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40"/>
          <p:cNvSpPr txBox="1"/>
          <p:nvPr>
            <p:ph idx="3" type="subTitle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06" name="Google Shape;406;p40"/>
          <p:cNvSpPr txBox="1"/>
          <p:nvPr>
            <p:ph idx="4" type="subTitle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40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08" name="Google Shape;408;p40"/>
          <p:cNvSpPr txBox="1"/>
          <p:nvPr>
            <p:ph idx="5" type="subTitle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09" name="Google Shape;409;p40"/>
          <p:cNvSpPr txBox="1"/>
          <p:nvPr>
            <p:ph idx="6" type="subTitle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1"/>
          <p:cNvSpPr txBox="1"/>
          <p:nvPr>
            <p:ph hasCustomPrompt="1"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13" name="Google Shape;413;p41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41"/>
          <p:cNvSpPr txBox="1"/>
          <p:nvPr>
            <p:ph hasCustomPrompt="1"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15" name="Google Shape;415;p41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1"/>
          <p:cNvSpPr txBox="1"/>
          <p:nvPr>
            <p:ph hasCustomPrompt="1"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17" name="Google Shape;417;p41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18" name="Google Shape;418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8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"/>
          <p:cNvSpPr txBox="1"/>
          <p:nvPr>
            <p:ph idx="1" type="subTitle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3" name="Google Shape;423;p42"/>
          <p:cNvSpPr txBox="1"/>
          <p:nvPr>
            <p:ph idx="2" type="subTitle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2"/>
          <p:cNvSpPr txBox="1"/>
          <p:nvPr>
            <p:ph idx="3" type="subTitle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5" name="Google Shape;425;p42"/>
          <p:cNvSpPr txBox="1"/>
          <p:nvPr>
            <p:ph idx="4" type="subTitle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42"/>
          <p:cNvSpPr txBox="1"/>
          <p:nvPr>
            <p:ph idx="5" type="subTitle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7" name="Google Shape;427;p42"/>
          <p:cNvSpPr txBox="1"/>
          <p:nvPr>
            <p:ph idx="6" type="subTitle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28" name="Google Shape;428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4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4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4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42"/>
          <p:cNvSpPr txBox="1"/>
          <p:nvPr>
            <p:ph hasCustomPrompt="1"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34" name="Google Shape;434;p42"/>
          <p:cNvSpPr txBox="1"/>
          <p:nvPr>
            <p:ph hasCustomPrompt="1" idx="7" type="title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35" name="Google Shape;435;p42"/>
          <p:cNvSpPr txBox="1"/>
          <p:nvPr>
            <p:ph hasCustomPrompt="1" idx="8" type="title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36" name="Google Shape;436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3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0" name="Google Shape;440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2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4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45" name="Google Shape;445;p44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46" name="Google Shape;446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/>
          <p:cNvSpPr txBox="1"/>
          <p:nvPr>
            <p:ph idx="1" type="subTitle"/>
          </p:nvPr>
        </p:nvSpPr>
        <p:spPr>
          <a:xfrm>
            <a:off x="4166800" y="1453525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1" name="Google Shape;451;p45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52" name="Google Shape;452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45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9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7" name="Google Shape;457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46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4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4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4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" name="Google Shape;463;p46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64" name="Google Shape;464;p46"/>
          <p:cNvSpPr txBox="1"/>
          <p:nvPr>
            <p:ph idx="1" type="subTitle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65" name="Google Shape;465;p46"/>
          <p:cNvSpPr txBox="1"/>
          <p:nvPr>
            <p:ph idx="2" type="subTitle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66" name="Google Shape;466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7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69" name="Google Shape;469;p47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47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71" name="Google Shape;471;p47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47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73" name="Google Shape;473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8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78" name="Google Shape;478;p48"/>
          <p:cNvSpPr txBox="1"/>
          <p:nvPr>
            <p:ph idx="1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79" name="Google Shape;479;p48"/>
          <p:cNvSpPr txBox="1"/>
          <p:nvPr>
            <p:ph idx="2" type="subTitle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48"/>
          <p:cNvSpPr txBox="1"/>
          <p:nvPr>
            <p:ph idx="3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81" name="Google Shape;481;p48"/>
          <p:cNvSpPr txBox="1"/>
          <p:nvPr>
            <p:ph idx="4" type="subTitle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48"/>
          <p:cNvSpPr txBox="1"/>
          <p:nvPr>
            <p:ph idx="5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83" name="Google Shape;483;p48"/>
          <p:cNvSpPr txBox="1"/>
          <p:nvPr>
            <p:ph idx="6" type="subTitle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84" name="Google Shape;484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91" name="Google Shape;491;p49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49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3" name="Google Shape;493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49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49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9" name="Google Shape;499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3" name="Google Shape;50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9" name="Google Shape;50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0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4" name="Google Shape;514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55.gif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gif"/><Relationship Id="rId4" Type="http://schemas.openxmlformats.org/officeDocument/2006/relationships/image" Target="../media/image54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10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9" Type="http://schemas.openxmlformats.org/officeDocument/2006/relationships/image" Target="../media/image39.png"/><Relationship Id="rId5" Type="http://schemas.openxmlformats.org/officeDocument/2006/relationships/image" Target="../media/image31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53.png"/><Relationship Id="rId5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jpg"/><Relationship Id="rId4" Type="http://schemas.openxmlformats.org/officeDocument/2006/relationships/image" Target="../media/image42.png"/><Relationship Id="rId5" Type="http://schemas.openxmlformats.org/officeDocument/2006/relationships/image" Target="../media/image4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4"/>
          <p:cNvSpPr txBox="1"/>
          <p:nvPr>
            <p:ph type="ctrTitle"/>
          </p:nvPr>
        </p:nvSpPr>
        <p:spPr>
          <a:xfrm>
            <a:off x="4990500" y="1545450"/>
            <a:ext cx="41535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Search and</a:t>
            </a:r>
            <a:endParaRPr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Rescue drone</a:t>
            </a:r>
            <a:endParaRPr sz="5000"/>
          </a:p>
        </p:txBody>
      </p:sp>
      <p:sp>
        <p:nvSpPr>
          <p:cNvPr id="526" name="Google Shape;526;p54"/>
          <p:cNvSpPr txBox="1"/>
          <p:nvPr>
            <p:ph idx="1" type="subTitle"/>
          </p:nvPr>
        </p:nvSpPr>
        <p:spPr>
          <a:xfrm>
            <a:off x="1182150" y="4416425"/>
            <a:ext cx="70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30261C"/>
                </a:solidFill>
                <a:latin typeface="Albert Sans"/>
                <a:ea typeface="Albert Sans"/>
                <a:cs typeface="Albert Sans"/>
                <a:sym typeface="Albert Sans"/>
              </a:rPr>
              <a:t>Ilona BERTIN, Mélina BRUTIER, Louis OSCABY, Florent NASSCHAERT</a:t>
            </a:r>
            <a:endParaRPr sz="1500">
              <a:solidFill>
                <a:srgbClr val="30261C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7" name="Google Shape;527;p54"/>
          <p:cNvSpPr txBox="1"/>
          <p:nvPr>
            <p:ph idx="12" type="sldNum"/>
          </p:nvPr>
        </p:nvSpPr>
        <p:spPr>
          <a:xfrm>
            <a:off x="8556784" y="480220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8" name="Google Shape;52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75" y="921096"/>
            <a:ext cx="4951975" cy="3301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5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534" name="Google Shape;534;p55"/>
          <p:cNvSpPr txBox="1"/>
          <p:nvPr>
            <p:ph idx="1" type="body"/>
          </p:nvPr>
        </p:nvSpPr>
        <p:spPr>
          <a:xfrm>
            <a:off x="713250" y="1406300"/>
            <a:ext cx="4094700" cy="287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>
                <a:solidFill>
                  <a:srgbClr val="30261C"/>
                </a:solidFill>
              </a:rPr>
              <a:t>How to design a drone swarm capable of effectively locating, detecting, and alerting to the presence of a person in distress?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535" name="Google Shape;535;p55"/>
          <p:cNvSpPr txBox="1"/>
          <p:nvPr>
            <p:ph idx="12" type="sldNum"/>
          </p:nvPr>
        </p:nvSpPr>
        <p:spPr>
          <a:xfrm>
            <a:off x="8556784" y="478911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6" name="Google Shape;53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3703" y="1529632"/>
            <a:ext cx="3132050" cy="2084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6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42" name="Google Shape;542;p56"/>
          <p:cNvSpPr txBox="1"/>
          <p:nvPr>
            <p:ph idx="3" type="subTitle"/>
          </p:nvPr>
        </p:nvSpPr>
        <p:spPr>
          <a:xfrm>
            <a:off x="1903925" y="1405414"/>
            <a:ext cx="24861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</a:t>
            </a:r>
            <a:endParaRPr/>
          </a:p>
        </p:txBody>
      </p:sp>
      <p:sp>
        <p:nvSpPr>
          <p:cNvPr id="543" name="Google Shape;543;p56"/>
          <p:cNvSpPr txBox="1"/>
          <p:nvPr>
            <p:ph idx="1" type="subTitle"/>
          </p:nvPr>
        </p:nvSpPr>
        <p:spPr>
          <a:xfrm>
            <a:off x="5859325" y="1405413"/>
            <a:ext cx="24861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 conception</a:t>
            </a:r>
            <a:endParaRPr/>
          </a:p>
        </p:txBody>
      </p:sp>
      <p:sp>
        <p:nvSpPr>
          <p:cNvPr id="544" name="Google Shape;544;p56"/>
          <p:cNvSpPr txBox="1"/>
          <p:nvPr>
            <p:ph idx="5" type="subTitle"/>
          </p:nvPr>
        </p:nvSpPr>
        <p:spPr>
          <a:xfrm>
            <a:off x="5859325" y="3171134"/>
            <a:ext cx="24861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</a:t>
            </a:r>
            <a:endParaRPr/>
          </a:p>
        </p:txBody>
      </p:sp>
      <p:sp>
        <p:nvSpPr>
          <p:cNvPr id="545" name="Google Shape;545;p56"/>
          <p:cNvSpPr txBox="1"/>
          <p:nvPr>
            <p:ph idx="7" type="subTitle"/>
          </p:nvPr>
        </p:nvSpPr>
        <p:spPr>
          <a:xfrm>
            <a:off x="1903925" y="3171135"/>
            <a:ext cx="2486100" cy="11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546" name="Google Shape;546;p56"/>
          <p:cNvSpPr txBox="1"/>
          <p:nvPr>
            <p:ph idx="9" type="title"/>
          </p:nvPr>
        </p:nvSpPr>
        <p:spPr>
          <a:xfrm>
            <a:off x="798575" y="1417915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47" name="Google Shape;547;p56"/>
          <p:cNvSpPr txBox="1"/>
          <p:nvPr>
            <p:ph idx="13" type="title"/>
          </p:nvPr>
        </p:nvSpPr>
        <p:spPr>
          <a:xfrm>
            <a:off x="4753975" y="1403976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48" name="Google Shape;548;p56"/>
          <p:cNvSpPr txBox="1"/>
          <p:nvPr>
            <p:ph idx="14" type="title"/>
          </p:nvPr>
        </p:nvSpPr>
        <p:spPr>
          <a:xfrm>
            <a:off x="798625" y="3176773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49" name="Google Shape;549;p56"/>
          <p:cNvSpPr txBox="1"/>
          <p:nvPr>
            <p:ph idx="15" type="title"/>
          </p:nvPr>
        </p:nvSpPr>
        <p:spPr>
          <a:xfrm>
            <a:off x="4753975" y="3162833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50" name="Google Shape;550;p56"/>
          <p:cNvSpPr txBox="1"/>
          <p:nvPr>
            <p:ph idx="12" type="sldNum"/>
          </p:nvPr>
        </p:nvSpPr>
        <p:spPr>
          <a:xfrm>
            <a:off x="8556784" y="478911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7"/>
          <p:cNvSpPr txBox="1"/>
          <p:nvPr>
            <p:ph idx="12" type="sldNum"/>
          </p:nvPr>
        </p:nvSpPr>
        <p:spPr>
          <a:xfrm>
            <a:off x="8556784" y="478911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6" name="Google Shape;55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9075"/>
            <a:ext cx="8839200" cy="3832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8"/>
          <p:cNvSpPr txBox="1"/>
          <p:nvPr>
            <p:ph type="title"/>
          </p:nvPr>
        </p:nvSpPr>
        <p:spPr>
          <a:xfrm>
            <a:off x="4841875" y="1655753"/>
            <a:ext cx="37149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Human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Search</a:t>
            </a:r>
            <a:endParaRPr/>
          </a:p>
        </p:txBody>
      </p:sp>
      <p:sp>
        <p:nvSpPr>
          <p:cNvPr id="562" name="Google Shape;562;p58"/>
          <p:cNvSpPr txBox="1"/>
          <p:nvPr>
            <p:ph idx="2" type="title"/>
          </p:nvPr>
        </p:nvSpPr>
        <p:spPr>
          <a:xfrm>
            <a:off x="6905875" y="62864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3" name="Google Shape;563;p58"/>
          <p:cNvSpPr txBox="1"/>
          <p:nvPr>
            <p:ph idx="12" type="sldNum"/>
          </p:nvPr>
        </p:nvSpPr>
        <p:spPr>
          <a:xfrm>
            <a:off x="8556784" y="478911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4" name="Google Shape;56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79" y="564125"/>
            <a:ext cx="3788748" cy="2530325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0" stPos="0" sy="-100000" ky="0"/>
          </a:effectLst>
        </p:spPr>
      </p:pic>
      <p:pic>
        <p:nvPicPr>
          <p:cNvPr id="565" name="Google Shape;565;p58"/>
          <p:cNvPicPr preferRelativeResize="0"/>
          <p:nvPr/>
        </p:nvPicPr>
        <p:blipFill rotWithShape="1">
          <a:blip r:embed="rId4">
            <a:alphaModFix/>
          </a:blip>
          <a:srcRect b="0" l="0" r="0" t="-26342"/>
          <a:stretch/>
        </p:blipFill>
        <p:spPr>
          <a:xfrm>
            <a:off x="4123475" y="1435825"/>
            <a:ext cx="2094417" cy="3141625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0" stPos="0" sy="-100000" ky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9"/>
          <p:cNvSpPr txBox="1"/>
          <p:nvPr>
            <p:ph idx="12" type="sldNum"/>
          </p:nvPr>
        </p:nvSpPr>
        <p:spPr>
          <a:xfrm>
            <a:off x="8556784" y="478911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1" name="Google Shape;571;p59"/>
          <p:cNvPicPr preferRelativeResize="0"/>
          <p:nvPr/>
        </p:nvPicPr>
        <p:blipFill rotWithShape="1">
          <a:blip r:embed="rId3">
            <a:alphaModFix/>
          </a:blip>
          <a:srcRect b="32642" l="2552" r="49024" t="2783"/>
          <a:stretch/>
        </p:blipFill>
        <p:spPr>
          <a:xfrm>
            <a:off x="479150" y="998325"/>
            <a:ext cx="3750776" cy="3751524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9"/>
          <p:cNvSpPr txBox="1"/>
          <p:nvPr>
            <p:ph type="title"/>
          </p:nvPr>
        </p:nvSpPr>
        <p:spPr>
          <a:xfrm>
            <a:off x="713275" y="344525"/>
            <a:ext cx="7746600" cy="1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individuals on a flat 1 km</a:t>
            </a:r>
            <a:r>
              <a:rPr baseline="30000" lang="en"/>
              <a:t>2 </a:t>
            </a:r>
            <a:r>
              <a:rPr lang="en"/>
              <a:t>plot</a:t>
            </a:r>
            <a:endParaRPr/>
          </a:p>
        </p:txBody>
      </p:sp>
      <p:pic>
        <p:nvPicPr>
          <p:cNvPr id="573" name="Google Shape;573;p59"/>
          <p:cNvPicPr preferRelativeResize="0"/>
          <p:nvPr/>
        </p:nvPicPr>
        <p:blipFill rotWithShape="1">
          <a:blip r:embed="rId3">
            <a:alphaModFix/>
          </a:blip>
          <a:srcRect b="58888" l="50898" r="2078" t="2943"/>
          <a:stretch/>
        </p:blipFill>
        <p:spPr>
          <a:xfrm>
            <a:off x="4741550" y="1765338"/>
            <a:ext cx="3642324" cy="221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0"/>
          <p:cNvSpPr txBox="1"/>
          <p:nvPr>
            <p:ph idx="12" type="sldNum"/>
          </p:nvPr>
        </p:nvSpPr>
        <p:spPr>
          <a:xfrm>
            <a:off x="8556784" y="478911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9" name="Google Shape;579;p60" title="Capture d’écran 2026-01-05 à 21.54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25" y="1153463"/>
            <a:ext cx="4476234" cy="33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0" title="Capture d’écran 2026-01-06 à 12.34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875" y="1516912"/>
            <a:ext cx="4367600" cy="26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60"/>
          <p:cNvSpPr txBox="1"/>
          <p:nvPr>
            <p:ph type="title"/>
          </p:nvPr>
        </p:nvSpPr>
        <p:spPr>
          <a:xfrm>
            <a:off x="713275" y="344525"/>
            <a:ext cx="7746600" cy="1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individuals on a flat 1 km</a:t>
            </a:r>
            <a:r>
              <a:rPr baseline="30000" lang="en"/>
              <a:t>2 </a:t>
            </a:r>
            <a:r>
              <a:rPr lang="en"/>
              <a:t>plot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1"/>
          <p:cNvSpPr txBox="1"/>
          <p:nvPr>
            <p:ph idx="12" type="sldNum"/>
          </p:nvPr>
        </p:nvSpPr>
        <p:spPr>
          <a:xfrm>
            <a:off x="8556784" y="478911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7" name="Google Shape;587;p61" title="Capture d’écran 2025-11-25 à 14.38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25" y="1582025"/>
            <a:ext cx="775335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1"/>
          <p:cNvSpPr txBox="1"/>
          <p:nvPr/>
        </p:nvSpPr>
        <p:spPr>
          <a:xfrm>
            <a:off x="695325" y="4047200"/>
            <a:ext cx="29784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= 10 min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61"/>
          <p:cNvSpPr txBox="1"/>
          <p:nvPr>
            <p:ph type="title"/>
          </p:nvPr>
        </p:nvSpPr>
        <p:spPr>
          <a:xfrm>
            <a:off x="713275" y="344525"/>
            <a:ext cx="7746600" cy="1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individuals on a flat 1 km</a:t>
            </a:r>
            <a:r>
              <a:rPr baseline="30000" lang="en"/>
              <a:t>2 </a:t>
            </a:r>
            <a:r>
              <a:rPr lang="en"/>
              <a:t>plot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2"/>
          <p:cNvSpPr txBox="1"/>
          <p:nvPr>
            <p:ph idx="12" type="sldNum"/>
          </p:nvPr>
        </p:nvSpPr>
        <p:spPr>
          <a:xfrm>
            <a:off x="8556784" y="478911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5" name="Google Shape;595;p62"/>
          <p:cNvPicPr preferRelativeResize="0"/>
          <p:nvPr/>
        </p:nvPicPr>
        <p:blipFill rotWithShape="1">
          <a:blip r:embed="rId3">
            <a:alphaModFix/>
          </a:blip>
          <a:srcRect b="32642" l="2552" r="49024" t="2783"/>
          <a:stretch/>
        </p:blipFill>
        <p:spPr>
          <a:xfrm>
            <a:off x="479150" y="998325"/>
            <a:ext cx="3750776" cy="37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62" title="tempImageJEChtD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7276" y="998325"/>
            <a:ext cx="3951370" cy="2963528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62"/>
          <p:cNvSpPr txBox="1"/>
          <p:nvPr>
            <p:ph type="title"/>
          </p:nvPr>
        </p:nvSpPr>
        <p:spPr>
          <a:xfrm>
            <a:off x="713275" y="344525"/>
            <a:ext cx="7746600" cy="1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individuals on a flat 1 km</a:t>
            </a:r>
            <a:r>
              <a:rPr baseline="30000" lang="en"/>
              <a:t>2 </a:t>
            </a:r>
            <a:r>
              <a:rPr lang="en"/>
              <a:t>plot</a:t>
            </a:r>
            <a:endParaRPr/>
          </a:p>
        </p:txBody>
      </p:sp>
      <p:pic>
        <p:nvPicPr>
          <p:cNvPr id="598" name="Google Shape;598;p62" title="Capture d’écran 2026-01-06 à 14.05.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7275" y="3991050"/>
            <a:ext cx="910725" cy="798075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62"/>
          <p:cNvSpPr txBox="1"/>
          <p:nvPr/>
        </p:nvSpPr>
        <p:spPr>
          <a:xfrm>
            <a:off x="237725" y="1377050"/>
            <a:ext cx="31251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Angle carré à changer </a:t>
            </a:r>
            <a:endParaRPr b="1" sz="18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3"/>
          <p:cNvSpPr txBox="1"/>
          <p:nvPr>
            <p:ph idx="12" type="sldNum"/>
          </p:nvPr>
        </p:nvSpPr>
        <p:spPr>
          <a:xfrm>
            <a:off x="8556784" y="478911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5" name="Google Shape;605;p63" title="Capture d’écran 2026-01-05 à 21.55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125" y="1222800"/>
            <a:ext cx="2844931" cy="335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63" title="Capture d’écran 2026-01-06 à 12.30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9756" y="1258025"/>
            <a:ext cx="4870926" cy="3286737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3"/>
          <p:cNvSpPr txBox="1"/>
          <p:nvPr>
            <p:ph type="title"/>
          </p:nvPr>
        </p:nvSpPr>
        <p:spPr>
          <a:xfrm>
            <a:off x="713275" y="344525"/>
            <a:ext cx="7746600" cy="1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individuals on a flat 1 km</a:t>
            </a:r>
            <a:r>
              <a:rPr baseline="30000" lang="en"/>
              <a:t>2 </a:t>
            </a:r>
            <a:r>
              <a:rPr lang="en"/>
              <a:t>plot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4"/>
          <p:cNvSpPr txBox="1"/>
          <p:nvPr>
            <p:ph idx="12" type="sldNum"/>
          </p:nvPr>
        </p:nvSpPr>
        <p:spPr>
          <a:xfrm>
            <a:off x="8556784" y="478911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3" name="Google Shape;613;p64" title="Capture d’écran 2026-01-06 à 12.41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16050"/>
            <a:ext cx="9144000" cy="2454071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64"/>
          <p:cNvSpPr txBox="1"/>
          <p:nvPr>
            <p:ph type="title"/>
          </p:nvPr>
        </p:nvSpPr>
        <p:spPr>
          <a:xfrm>
            <a:off x="713275" y="344525"/>
            <a:ext cx="7746600" cy="1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individuals on a flat 1 km</a:t>
            </a:r>
            <a:r>
              <a:rPr baseline="30000" lang="en"/>
              <a:t>2 </a:t>
            </a:r>
            <a:r>
              <a:rPr lang="en"/>
              <a:t>plot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5"/>
          <p:cNvSpPr txBox="1"/>
          <p:nvPr>
            <p:ph idx="12" type="sldNum"/>
          </p:nvPr>
        </p:nvSpPr>
        <p:spPr>
          <a:xfrm>
            <a:off x="8556784" y="480220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0" name="Google Shape;620;p65" title="tempImageJEChtD.gif"/>
          <p:cNvPicPr preferRelativeResize="0"/>
          <p:nvPr/>
        </p:nvPicPr>
        <p:blipFill rotWithShape="1">
          <a:blip r:embed="rId3">
            <a:alphaModFix/>
          </a:blip>
          <a:srcRect b="0" l="0" r="0" t="3007"/>
          <a:stretch/>
        </p:blipFill>
        <p:spPr>
          <a:xfrm>
            <a:off x="4665550" y="1436913"/>
            <a:ext cx="3951370" cy="2874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65" title="tempImageA2M58U.gif"/>
          <p:cNvPicPr preferRelativeResize="0"/>
          <p:nvPr/>
        </p:nvPicPr>
        <p:blipFill rotWithShape="1">
          <a:blip r:embed="rId4">
            <a:alphaModFix/>
          </a:blip>
          <a:srcRect b="0" l="14734" r="0" t="3957"/>
          <a:stretch/>
        </p:blipFill>
        <p:spPr>
          <a:xfrm>
            <a:off x="429400" y="1303462"/>
            <a:ext cx="3718320" cy="3141248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65"/>
          <p:cNvSpPr txBox="1"/>
          <p:nvPr>
            <p:ph type="title"/>
          </p:nvPr>
        </p:nvSpPr>
        <p:spPr>
          <a:xfrm>
            <a:off x="713275" y="344525"/>
            <a:ext cx="7746600" cy="1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individuals on a flat 1 km</a:t>
            </a:r>
            <a:r>
              <a:rPr baseline="30000" lang="en"/>
              <a:t>2 </a:t>
            </a:r>
            <a:r>
              <a:rPr lang="en"/>
              <a:t>plot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6"/>
          <p:cNvSpPr txBox="1"/>
          <p:nvPr>
            <p:ph idx="12" type="sldNum"/>
          </p:nvPr>
        </p:nvSpPr>
        <p:spPr>
          <a:xfrm>
            <a:off x="8556784" y="480220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8" name="Google Shape;628;p66"/>
          <p:cNvSpPr txBox="1"/>
          <p:nvPr/>
        </p:nvSpPr>
        <p:spPr>
          <a:xfrm>
            <a:off x="2841975" y="4234675"/>
            <a:ext cx="35502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For H=10 : 22 min → 7,26 km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9" name="Google Shape;629;p66" title="Capture d’écran 2026-01-06 à 12.42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63" y="1352100"/>
            <a:ext cx="8773076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66"/>
          <p:cNvSpPr txBox="1"/>
          <p:nvPr>
            <p:ph type="title"/>
          </p:nvPr>
        </p:nvSpPr>
        <p:spPr>
          <a:xfrm>
            <a:off x="713275" y="344525"/>
            <a:ext cx="7746600" cy="1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individuals on a flat 1 km</a:t>
            </a:r>
            <a:r>
              <a:rPr baseline="30000" lang="en"/>
              <a:t>2 </a:t>
            </a:r>
            <a:r>
              <a:rPr lang="en"/>
              <a:t>plot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7"/>
          <p:cNvSpPr txBox="1"/>
          <p:nvPr>
            <p:ph type="title"/>
          </p:nvPr>
        </p:nvSpPr>
        <p:spPr>
          <a:xfrm>
            <a:off x="1677925" y="2511803"/>
            <a:ext cx="37149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Drone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Conception</a:t>
            </a:r>
            <a:endParaRPr/>
          </a:p>
        </p:txBody>
      </p:sp>
      <p:sp>
        <p:nvSpPr>
          <p:cNvPr id="636" name="Google Shape;636;p67"/>
          <p:cNvSpPr txBox="1"/>
          <p:nvPr>
            <p:ph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637" name="Google Shape;63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650" y="1207366"/>
            <a:ext cx="2728775" cy="2728775"/>
          </a:xfrm>
          <a:prstGeom prst="rect">
            <a:avLst/>
          </a:prstGeom>
          <a:noFill/>
          <a:ln cap="flat" cmpd="sng" w="28575">
            <a:solidFill>
              <a:srgbClr val="3F353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8" name="Google Shape;638;p67"/>
          <p:cNvSpPr txBox="1"/>
          <p:nvPr>
            <p:ph idx="12" type="sldNum"/>
          </p:nvPr>
        </p:nvSpPr>
        <p:spPr>
          <a:xfrm>
            <a:off x="8556784" y="480220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925" y="1573325"/>
            <a:ext cx="2744350" cy="274435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68"/>
          <p:cNvSpPr txBox="1"/>
          <p:nvPr>
            <p:ph idx="12" type="sldNum"/>
          </p:nvPr>
        </p:nvSpPr>
        <p:spPr>
          <a:xfrm>
            <a:off x="8556784" y="480220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68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 Air bit 2</a:t>
            </a:r>
            <a:endParaRPr/>
          </a:p>
        </p:txBody>
      </p:sp>
      <p:pic>
        <p:nvPicPr>
          <p:cNvPr id="646" name="Google Shape;64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8725" y="131653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68"/>
          <p:cNvSpPr txBox="1"/>
          <p:nvPr/>
        </p:nvSpPr>
        <p:spPr>
          <a:xfrm>
            <a:off x="5492800" y="3459675"/>
            <a:ext cx="34221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Specifications:</a:t>
            </a:r>
            <a:r>
              <a:rPr i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-"/>
            </a:pPr>
            <a:r>
              <a:rPr b="1" i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Flight time:</a:t>
            </a:r>
            <a:r>
              <a:rPr i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7–10 min</a:t>
            </a:r>
            <a:endParaRPr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-"/>
            </a:pPr>
            <a:r>
              <a:rPr b="1" i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Speed:</a:t>
            </a:r>
            <a:r>
              <a:rPr i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20 km/h</a:t>
            </a:r>
            <a:endParaRPr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share (fourni par Getty Images)" id="648" name="Google Shape;64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2287" y="1442037"/>
            <a:ext cx="2259425" cy="225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 Programming</a:t>
            </a:r>
            <a:endParaRPr/>
          </a:p>
        </p:txBody>
      </p:sp>
      <p:sp>
        <p:nvSpPr>
          <p:cNvPr id="654" name="Google Shape;654;p69"/>
          <p:cNvSpPr txBox="1"/>
          <p:nvPr>
            <p:ph idx="12" type="sldNum"/>
          </p:nvPr>
        </p:nvSpPr>
        <p:spPr>
          <a:xfrm>
            <a:off x="8556784" y="481529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5" name="Google Shape;65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75" y="1292494"/>
            <a:ext cx="4479387" cy="181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5418" y="1292495"/>
            <a:ext cx="3978657" cy="181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69" title="WhatsApp Image 2025-11-25 at 14.52.48 - Modifié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25235">
            <a:off x="7484315" y="2238885"/>
            <a:ext cx="1775825" cy="2367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0000" y="3261045"/>
            <a:ext cx="3363997" cy="1730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0"/>
          <p:cNvSpPr txBox="1"/>
          <p:nvPr>
            <p:ph type="title"/>
          </p:nvPr>
        </p:nvSpPr>
        <p:spPr>
          <a:xfrm>
            <a:off x="1677925" y="1880044"/>
            <a:ext cx="3714900" cy="24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Thermal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Analysis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64" name="Google Shape;664;p70"/>
          <p:cNvSpPr txBox="1"/>
          <p:nvPr>
            <p:ph idx="2" type="title"/>
          </p:nvPr>
        </p:nvSpPr>
        <p:spPr>
          <a:xfrm>
            <a:off x="3741925" y="852966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65" name="Google Shape;665;p70"/>
          <p:cNvSpPr txBox="1"/>
          <p:nvPr>
            <p:ph idx="12" type="sldNum"/>
          </p:nvPr>
        </p:nvSpPr>
        <p:spPr>
          <a:xfrm>
            <a:off x="8556784" y="481529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6" name="Google Shape;66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100" y="1475375"/>
            <a:ext cx="3088000" cy="207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050" y="1443525"/>
            <a:ext cx="21336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1"/>
          <p:cNvSpPr txBox="1"/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Thermal Analysis</a:t>
            </a:r>
            <a:endParaRPr/>
          </a:p>
        </p:txBody>
      </p:sp>
      <p:sp>
        <p:nvSpPr>
          <p:cNvPr id="673" name="Google Shape;673;p71"/>
          <p:cNvSpPr txBox="1"/>
          <p:nvPr>
            <p:ph idx="12" type="sldNum"/>
          </p:nvPr>
        </p:nvSpPr>
        <p:spPr>
          <a:xfrm>
            <a:off x="8556784" y="486592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71"/>
          <p:cNvSpPr txBox="1"/>
          <p:nvPr>
            <p:ph idx="1" type="subTitle"/>
          </p:nvPr>
        </p:nvSpPr>
        <p:spPr>
          <a:xfrm>
            <a:off x="413000" y="128655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Indoor testing,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5" name="Google Shape;67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650" y="1858625"/>
            <a:ext cx="6628701" cy="186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48" y="3877650"/>
            <a:ext cx="1444476" cy="11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3617" y="3877650"/>
            <a:ext cx="1469451" cy="11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2762" y="3877650"/>
            <a:ext cx="1459522" cy="11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3208" y="3877650"/>
            <a:ext cx="1507797" cy="11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44371" y="3881248"/>
            <a:ext cx="1459525" cy="110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61241" y="3885634"/>
            <a:ext cx="1444475" cy="1105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6926" y="1824601"/>
            <a:ext cx="7710149" cy="1946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2"/>
          <p:cNvSpPr txBox="1"/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Thermal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88" name="Google Shape;688;p72"/>
          <p:cNvSpPr txBox="1"/>
          <p:nvPr>
            <p:ph idx="12" type="sldNum"/>
          </p:nvPr>
        </p:nvSpPr>
        <p:spPr>
          <a:xfrm>
            <a:off x="8556784" y="485851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9" name="Google Shape;689;p72"/>
          <p:cNvSpPr txBox="1"/>
          <p:nvPr>
            <p:ph idx="1" type="subTitle"/>
          </p:nvPr>
        </p:nvSpPr>
        <p:spPr>
          <a:xfrm>
            <a:off x="413000" y="128655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Outdoor testing,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0" name="Google Shape;69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6" y="3846900"/>
            <a:ext cx="147637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4779" y="3846900"/>
            <a:ext cx="151447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8701" y="3846900"/>
            <a:ext cx="1524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6938" y="3846900"/>
            <a:ext cx="1524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2146" y="3837375"/>
            <a:ext cx="1524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69544" y="3846900"/>
            <a:ext cx="1524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7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6501" y="1769119"/>
            <a:ext cx="7530997" cy="1947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3"/>
          <p:cNvSpPr txBox="1"/>
          <p:nvPr>
            <p:ph idx="12" type="sldNum"/>
          </p:nvPr>
        </p:nvSpPr>
        <p:spPr>
          <a:xfrm>
            <a:off x="8556784" y="482157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2" name="Google Shape;702;p73"/>
          <p:cNvSpPr txBox="1"/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Thermal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703" name="Google Shape;703;p73" title="Capture d’écran 2026-01-06 à 12.47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575" y="1142725"/>
            <a:ext cx="603885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4"/>
          <p:cNvSpPr txBox="1"/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Thermal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09" name="Google Shape;709;p74"/>
          <p:cNvSpPr txBox="1"/>
          <p:nvPr>
            <p:ph idx="12" type="sldNum"/>
          </p:nvPr>
        </p:nvSpPr>
        <p:spPr>
          <a:xfrm>
            <a:off x="8556784" y="481753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0" name="Google Shape;71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13" y="1877409"/>
            <a:ext cx="2883950" cy="22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re (fourni par Getty Images)" id="711" name="Google Shape;71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5412" y="1847759"/>
            <a:ext cx="2259425" cy="22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3063" y="1903494"/>
            <a:ext cx="2203704" cy="2203704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74"/>
          <p:cNvSpPr txBox="1"/>
          <p:nvPr>
            <p:ph idx="1" type="subTitle"/>
          </p:nvPr>
        </p:nvSpPr>
        <p:spPr>
          <a:xfrm>
            <a:off x="413000" y="128655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From thermal input to data analysis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5"/>
          <p:cNvSpPr txBox="1"/>
          <p:nvPr>
            <p:ph type="title"/>
          </p:nvPr>
        </p:nvSpPr>
        <p:spPr>
          <a:xfrm>
            <a:off x="1677925" y="2112208"/>
            <a:ext cx="37149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Processing</a:t>
            </a:r>
            <a:endParaRPr/>
          </a:p>
        </p:txBody>
      </p:sp>
      <p:sp>
        <p:nvSpPr>
          <p:cNvPr id="719" name="Google Shape;719;p75"/>
          <p:cNvSpPr txBox="1"/>
          <p:nvPr>
            <p:ph idx="2" type="title"/>
          </p:nvPr>
        </p:nvSpPr>
        <p:spPr>
          <a:xfrm>
            <a:off x="3741925" y="1085099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20" name="Google Shape;720;p75"/>
          <p:cNvSpPr txBox="1"/>
          <p:nvPr>
            <p:ph idx="12" type="sldNum"/>
          </p:nvPr>
        </p:nvSpPr>
        <p:spPr>
          <a:xfrm>
            <a:off x="8556784" y="480220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6"/>
          <p:cNvSpPr txBox="1"/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</a:t>
            </a:r>
            <a:r>
              <a:rPr lang="en"/>
              <a:t> and development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6" name="Google Shape;726;p76"/>
          <p:cNvSpPr txBox="1"/>
          <p:nvPr>
            <p:ph idx="12" type="sldNum"/>
          </p:nvPr>
        </p:nvSpPr>
        <p:spPr>
          <a:xfrm>
            <a:off x="8556784" y="480220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7" name="Google Shape;727;p76"/>
          <p:cNvSpPr txBox="1"/>
          <p:nvPr/>
        </p:nvSpPr>
        <p:spPr>
          <a:xfrm>
            <a:off x="839425" y="2019150"/>
            <a:ext cx="33579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Main goal :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detect the presence of a human being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8" name="Google Shape;728;p76"/>
          <p:cNvSpPr txBox="1"/>
          <p:nvPr/>
        </p:nvSpPr>
        <p:spPr>
          <a:xfrm>
            <a:off x="4656700" y="1668900"/>
            <a:ext cx="3814800" cy="18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Development logic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Establish simple hypotheses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Complicate them, step by step, to reflect the reality on the ground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7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Search with a normal camera</a:t>
            </a:r>
            <a:endParaRPr/>
          </a:p>
        </p:txBody>
      </p:sp>
      <p:sp>
        <p:nvSpPr>
          <p:cNvPr id="734" name="Google Shape;734;p77"/>
          <p:cNvSpPr txBox="1"/>
          <p:nvPr>
            <p:ph idx="2" type="subTitle"/>
          </p:nvPr>
        </p:nvSpPr>
        <p:spPr>
          <a:xfrm>
            <a:off x="5751050" y="2243650"/>
            <a:ext cx="2486100" cy="13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We must detect a singularity in the landscape</a:t>
            </a:r>
            <a:endParaRPr sz="2000"/>
          </a:p>
        </p:txBody>
      </p:sp>
      <p:sp>
        <p:nvSpPr>
          <p:cNvPr id="735" name="Google Shape;735;p77"/>
          <p:cNvSpPr txBox="1"/>
          <p:nvPr>
            <p:ph idx="12" type="sldNum"/>
          </p:nvPr>
        </p:nvSpPr>
        <p:spPr>
          <a:xfrm>
            <a:off x="8556784" y="482157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6" name="Google Shape;736;p77" title="Humain_Foret_Vue_De_Ha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25" y="1695901"/>
            <a:ext cx="3785400" cy="22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8"/>
          <p:cNvSpPr txBox="1"/>
          <p:nvPr>
            <p:ph type="title"/>
          </p:nvPr>
        </p:nvSpPr>
        <p:spPr>
          <a:xfrm>
            <a:off x="269525" y="707975"/>
            <a:ext cx="6176400" cy="14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</a:t>
            </a:r>
            <a:r>
              <a:rPr lang="en"/>
              <a:t>ode version 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version 2</a:t>
            </a:r>
            <a:endParaRPr/>
          </a:p>
        </p:txBody>
      </p:sp>
      <p:sp>
        <p:nvSpPr>
          <p:cNvPr id="742" name="Google Shape;742;p78"/>
          <p:cNvSpPr txBox="1"/>
          <p:nvPr>
            <p:ph idx="12" type="sldNum"/>
          </p:nvPr>
        </p:nvSpPr>
        <p:spPr>
          <a:xfrm>
            <a:off x="8556784" y="483009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3" name="Google Shape;743;p78" title="Image_Test_Algo_V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1350" y="598688"/>
            <a:ext cx="2356200" cy="1183800"/>
          </a:xfrm>
          <a:prstGeom prst="rect">
            <a:avLst/>
          </a:prstGeom>
          <a:noFill/>
          <a:ln cap="flat" cmpd="sng" w="9525">
            <a:solidFill>
              <a:srgbClr val="30261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4" name="Google Shape;744;p78" title="Image_Test_Algo_V1_Traite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7575" y="1349650"/>
            <a:ext cx="2356175" cy="118400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5" name="Google Shape;745;p78" title="Image_test_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50" y="589475"/>
            <a:ext cx="2263589" cy="1202225"/>
          </a:xfrm>
          <a:prstGeom prst="rect">
            <a:avLst/>
          </a:prstGeom>
          <a:noFill/>
          <a:ln cap="flat" cmpd="sng" w="9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6" name="Google Shape;746;p78" title="Image_Test_2_Trait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1500" y="1340550"/>
            <a:ext cx="2263565" cy="1202225"/>
          </a:xfrm>
          <a:prstGeom prst="rect">
            <a:avLst/>
          </a:prstGeom>
          <a:noFill/>
          <a:ln cap="flat" cmpd="sng" w="9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7" name="Google Shape;747;p78" title="Tableau_Rec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50125" y="2737025"/>
            <a:ext cx="5540900" cy="193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9"/>
          <p:cNvSpPr txBox="1"/>
          <p:nvPr>
            <p:ph type="title"/>
          </p:nvPr>
        </p:nvSpPr>
        <p:spPr>
          <a:xfrm>
            <a:off x="509650" y="603450"/>
            <a:ext cx="4384800" cy="13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Search with a thermal camera</a:t>
            </a:r>
            <a:endParaRPr/>
          </a:p>
        </p:txBody>
      </p:sp>
      <p:sp>
        <p:nvSpPr>
          <p:cNvPr id="753" name="Google Shape;753;p79"/>
          <p:cNvSpPr txBox="1"/>
          <p:nvPr>
            <p:ph idx="12" type="sldNum"/>
          </p:nvPr>
        </p:nvSpPr>
        <p:spPr>
          <a:xfrm>
            <a:off x="8546538" y="483009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4" name="Google Shape;754;p79" title="Corps_Hum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9950" y="707975"/>
            <a:ext cx="2209800" cy="36861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5" name="Google Shape;755;p79"/>
          <p:cNvSpPr txBox="1"/>
          <p:nvPr/>
        </p:nvSpPr>
        <p:spPr>
          <a:xfrm>
            <a:off x="811650" y="2177975"/>
            <a:ext cx="36882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Why use a thermal imaging camera?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Climate</a:t>
            </a: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difficulty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Night-time is a challenge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80"/>
          <p:cNvSpPr txBox="1"/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 and development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61" name="Google Shape;761;p80"/>
          <p:cNvSpPr txBox="1"/>
          <p:nvPr>
            <p:ph idx="12" type="sldNum"/>
          </p:nvPr>
        </p:nvSpPr>
        <p:spPr>
          <a:xfrm>
            <a:off x="8556784" y="48198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2" name="Google Shape;762;p80"/>
          <p:cNvSpPr txBox="1"/>
          <p:nvPr/>
        </p:nvSpPr>
        <p:spPr>
          <a:xfrm>
            <a:off x="3986350" y="1703550"/>
            <a:ext cx="3993300" cy="18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Paradigm :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Significant variation in the red spectrum (RGB) in the presence of a human being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Rest of the landscape : monochrome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3" name="Google Shape;763;p80" title="IR000137.BM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525" y="2077700"/>
            <a:ext cx="1930925" cy="14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81"/>
          <p:cNvSpPr txBox="1"/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Thermal search code</a:t>
            </a:r>
            <a:endParaRPr/>
          </a:p>
        </p:txBody>
      </p:sp>
      <p:sp>
        <p:nvSpPr>
          <p:cNvPr id="769" name="Google Shape;769;p81"/>
          <p:cNvSpPr txBox="1"/>
          <p:nvPr>
            <p:ph idx="12" type="sldNum"/>
          </p:nvPr>
        </p:nvSpPr>
        <p:spPr>
          <a:xfrm>
            <a:off x="8556784" y="48198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0" name="Google Shape;770;p81" title="IR000137.BM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525" y="2077700"/>
            <a:ext cx="1930925" cy="14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1" name="Google Shape;771;p81" title="Gradient_Image_8p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9138" y="1176550"/>
            <a:ext cx="2008050" cy="150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2" name="Google Shape;772;p81" title="Gradient_Image_4pt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9150" y="2797612"/>
            <a:ext cx="2008026" cy="15060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3" name="Google Shape;773;p81"/>
          <p:cNvSpPr/>
          <p:nvPr/>
        </p:nvSpPr>
        <p:spPr>
          <a:xfrm rot="-739836">
            <a:off x="3364610" y="2196490"/>
            <a:ext cx="865362" cy="3122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p81"/>
          <p:cNvSpPr/>
          <p:nvPr/>
        </p:nvSpPr>
        <p:spPr>
          <a:xfrm rot="536189">
            <a:off x="3364695" y="3028120"/>
            <a:ext cx="865203" cy="31250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5" name="Google Shape;775;p81"/>
          <p:cNvSpPr txBox="1"/>
          <p:nvPr/>
        </p:nvSpPr>
        <p:spPr>
          <a:xfrm>
            <a:off x="6955250" y="3233514"/>
            <a:ext cx="1818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Calcul de variations avec les 4 voisins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6" name="Google Shape;776;p81"/>
          <p:cNvSpPr txBox="1"/>
          <p:nvPr/>
        </p:nvSpPr>
        <p:spPr>
          <a:xfrm>
            <a:off x="6955250" y="1612452"/>
            <a:ext cx="1818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Calcul de variations avec les 8 voisins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2"/>
          <p:cNvSpPr txBox="1"/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outline of a human being</a:t>
            </a:r>
            <a:endParaRPr/>
          </a:p>
        </p:txBody>
      </p:sp>
      <p:sp>
        <p:nvSpPr>
          <p:cNvPr id="782" name="Google Shape;782;p82"/>
          <p:cNvSpPr txBox="1"/>
          <p:nvPr>
            <p:ph idx="12" type="sldNum"/>
          </p:nvPr>
        </p:nvSpPr>
        <p:spPr>
          <a:xfrm>
            <a:off x="8556784" y="4830098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3" name="Google Shape;783;p82" title="Corps_Hum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3875" y="1131775"/>
            <a:ext cx="1952833" cy="3257500"/>
          </a:xfrm>
          <a:prstGeom prst="rect">
            <a:avLst/>
          </a:prstGeom>
          <a:noFill/>
          <a:ln cap="flat" cmpd="sng" w="13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4" name="Google Shape;784;p82" title="Observaton_Var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3588" y="1131775"/>
            <a:ext cx="2941238" cy="3257496"/>
          </a:xfrm>
          <a:prstGeom prst="rect">
            <a:avLst/>
          </a:prstGeom>
          <a:noFill/>
          <a:ln cap="flat" cmpd="sng" w="13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83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790" name="Google Shape;790;p83"/>
          <p:cNvSpPr txBox="1"/>
          <p:nvPr>
            <p:ph idx="12" type="sldNum"/>
          </p:nvPr>
        </p:nvSpPr>
        <p:spPr>
          <a:xfrm>
            <a:off x="8556784" y="481985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1" name="Google Shape;791;p83"/>
          <p:cNvSpPr txBox="1"/>
          <p:nvPr>
            <p:ph idx="1" type="subTitle"/>
          </p:nvPr>
        </p:nvSpPr>
        <p:spPr>
          <a:xfrm>
            <a:off x="388250" y="1251350"/>
            <a:ext cx="8247000" cy="32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Increasingly precise research to define the detection zone and how to detect a person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Connecting drones to each other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Feedback to base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Further reducing the number of drones 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Program adaptability in different environments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-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Determining the characteristics of a human being. ML for training a detection programme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84"/>
          <p:cNvSpPr txBox="1"/>
          <p:nvPr>
            <p:ph idx="12" type="sldNum"/>
          </p:nvPr>
        </p:nvSpPr>
        <p:spPr>
          <a:xfrm>
            <a:off x="8551306" y="4802202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7" name="Google Shape;797;p84"/>
          <p:cNvSpPr txBox="1"/>
          <p:nvPr>
            <p:ph type="title"/>
          </p:nvPr>
        </p:nvSpPr>
        <p:spPr>
          <a:xfrm>
            <a:off x="343075" y="1251150"/>
            <a:ext cx="8535000" cy="26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 you for your attention.</a:t>
            </a:r>
            <a:endParaRPr sz="6000"/>
          </a:p>
        </p:txBody>
      </p:sp>
      <p:sp>
        <p:nvSpPr>
          <p:cNvPr id="798" name="Google Shape;798;p84"/>
          <p:cNvSpPr txBox="1"/>
          <p:nvPr>
            <p:ph idx="4294967295" type="subTitle"/>
          </p:nvPr>
        </p:nvSpPr>
        <p:spPr>
          <a:xfrm>
            <a:off x="1455025" y="4416425"/>
            <a:ext cx="6311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30261C"/>
                </a:solidFill>
                <a:latin typeface="Albert Sans"/>
                <a:ea typeface="Albert Sans"/>
                <a:cs typeface="Albert Sans"/>
                <a:sym typeface="Albert Sans"/>
              </a:rPr>
              <a:t>Ilona BERTIN, Mélina BRUTIER, Louis OSCABY, Florent NASSCHAERT</a:t>
            </a:r>
            <a:endParaRPr sz="1500">
              <a:solidFill>
                <a:srgbClr val="30261C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E3E7F0"/>
      </a:lt1>
      <a:dk2>
        <a:srgbClr val="000000"/>
      </a:dk2>
      <a:lt2>
        <a:srgbClr val="E3E7F0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